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2" r:id="rId1"/>
  </p:sldMasterIdLst>
  <p:notesMasterIdLst>
    <p:notesMasterId r:id="rId5"/>
  </p:notesMasterIdLst>
  <p:sldIdLst>
    <p:sldId id="256" r:id="rId2"/>
    <p:sldId id="257" r:id="rId3"/>
    <p:sldId id="258" r:id="rId4"/>
  </p:sldIdLst>
  <p:sldSz cx="5759450" cy="36353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647"/>
    <p:restoredTop sz="94638"/>
  </p:normalViewPr>
  <p:slideViewPr>
    <p:cSldViewPr snapToGrid="0">
      <p:cViewPr>
        <p:scale>
          <a:sx n="150" d="100"/>
          <a:sy n="150" d="100"/>
        </p:scale>
        <p:origin x="1104" y="10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A1EDDC-8E78-9049-81F7-657A6385F9B3}" type="datetimeFigureOut">
              <a:rPr lang="en-US" smtClean="0"/>
              <a:t>11/8/25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84250" y="1143000"/>
            <a:ext cx="48895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9C8897-D35C-4D42-B730-FA8D33E900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187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44463" rtl="0" eaLnBrk="1" latinLnBrk="0" hangingPunct="1">
      <a:defRPr sz="583" kern="1200">
        <a:solidFill>
          <a:schemeClr val="tx1"/>
        </a:solidFill>
        <a:latin typeface="+mn-lt"/>
        <a:ea typeface="+mn-ea"/>
        <a:cs typeface="+mn-cs"/>
      </a:defRPr>
    </a:lvl1pPr>
    <a:lvl2pPr marL="222231" algn="l" defTabSz="444463" rtl="0" eaLnBrk="1" latinLnBrk="0" hangingPunct="1">
      <a:defRPr sz="583" kern="1200">
        <a:solidFill>
          <a:schemeClr val="tx1"/>
        </a:solidFill>
        <a:latin typeface="+mn-lt"/>
        <a:ea typeface="+mn-ea"/>
        <a:cs typeface="+mn-cs"/>
      </a:defRPr>
    </a:lvl2pPr>
    <a:lvl3pPr marL="444463" algn="l" defTabSz="444463" rtl="0" eaLnBrk="1" latinLnBrk="0" hangingPunct="1">
      <a:defRPr sz="583" kern="1200">
        <a:solidFill>
          <a:schemeClr val="tx1"/>
        </a:solidFill>
        <a:latin typeface="+mn-lt"/>
        <a:ea typeface="+mn-ea"/>
        <a:cs typeface="+mn-cs"/>
      </a:defRPr>
    </a:lvl3pPr>
    <a:lvl4pPr marL="666694" algn="l" defTabSz="444463" rtl="0" eaLnBrk="1" latinLnBrk="0" hangingPunct="1">
      <a:defRPr sz="583" kern="1200">
        <a:solidFill>
          <a:schemeClr val="tx1"/>
        </a:solidFill>
        <a:latin typeface="+mn-lt"/>
        <a:ea typeface="+mn-ea"/>
        <a:cs typeface="+mn-cs"/>
      </a:defRPr>
    </a:lvl4pPr>
    <a:lvl5pPr marL="888925" algn="l" defTabSz="444463" rtl="0" eaLnBrk="1" latinLnBrk="0" hangingPunct="1">
      <a:defRPr sz="583" kern="1200">
        <a:solidFill>
          <a:schemeClr val="tx1"/>
        </a:solidFill>
        <a:latin typeface="+mn-lt"/>
        <a:ea typeface="+mn-ea"/>
        <a:cs typeface="+mn-cs"/>
      </a:defRPr>
    </a:lvl5pPr>
    <a:lvl6pPr marL="1111157" algn="l" defTabSz="444463" rtl="0" eaLnBrk="1" latinLnBrk="0" hangingPunct="1">
      <a:defRPr sz="583" kern="1200">
        <a:solidFill>
          <a:schemeClr val="tx1"/>
        </a:solidFill>
        <a:latin typeface="+mn-lt"/>
        <a:ea typeface="+mn-ea"/>
        <a:cs typeface="+mn-cs"/>
      </a:defRPr>
    </a:lvl6pPr>
    <a:lvl7pPr marL="1333388" algn="l" defTabSz="444463" rtl="0" eaLnBrk="1" latinLnBrk="0" hangingPunct="1">
      <a:defRPr sz="583" kern="1200">
        <a:solidFill>
          <a:schemeClr val="tx1"/>
        </a:solidFill>
        <a:latin typeface="+mn-lt"/>
        <a:ea typeface="+mn-ea"/>
        <a:cs typeface="+mn-cs"/>
      </a:defRPr>
    </a:lvl7pPr>
    <a:lvl8pPr marL="1555619" algn="l" defTabSz="444463" rtl="0" eaLnBrk="1" latinLnBrk="0" hangingPunct="1">
      <a:defRPr sz="583" kern="1200">
        <a:solidFill>
          <a:schemeClr val="tx1"/>
        </a:solidFill>
        <a:latin typeface="+mn-lt"/>
        <a:ea typeface="+mn-ea"/>
        <a:cs typeface="+mn-cs"/>
      </a:defRPr>
    </a:lvl8pPr>
    <a:lvl9pPr marL="1777850" algn="l" defTabSz="444463" rtl="0" eaLnBrk="1" latinLnBrk="0" hangingPunct="1">
      <a:defRPr sz="583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C8897-D35C-4D42-B730-FA8D33E9004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8417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19931" y="594956"/>
            <a:ext cx="4319588" cy="1265649"/>
          </a:xfrm>
        </p:spPr>
        <p:txBody>
          <a:bodyPr anchor="b"/>
          <a:lstStyle>
            <a:lvl1pPr algn="ctr">
              <a:defRPr sz="2834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19931" y="1909414"/>
            <a:ext cx="4319588" cy="877707"/>
          </a:xfrm>
        </p:spPr>
        <p:txBody>
          <a:bodyPr/>
          <a:lstStyle>
            <a:lvl1pPr marL="0" indent="0" algn="ctr">
              <a:buNone/>
              <a:defRPr sz="1134"/>
            </a:lvl1pPr>
            <a:lvl2pPr marL="215981" indent="0" algn="ctr">
              <a:buNone/>
              <a:defRPr sz="945"/>
            </a:lvl2pPr>
            <a:lvl3pPr marL="431963" indent="0" algn="ctr">
              <a:buNone/>
              <a:defRPr sz="850"/>
            </a:lvl3pPr>
            <a:lvl4pPr marL="647944" indent="0" algn="ctr">
              <a:buNone/>
              <a:defRPr sz="756"/>
            </a:lvl4pPr>
            <a:lvl5pPr marL="863925" indent="0" algn="ctr">
              <a:buNone/>
              <a:defRPr sz="756"/>
            </a:lvl5pPr>
            <a:lvl6pPr marL="1079906" indent="0" algn="ctr">
              <a:buNone/>
              <a:defRPr sz="756"/>
            </a:lvl6pPr>
            <a:lvl7pPr marL="1295888" indent="0" algn="ctr">
              <a:buNone/>
              <a:defRPr sz="756"/>
            </a:lvl7pPr>
            <a:lvl8pPr marL="1511869" indent="0" algn="ctr">
              <a:buNone/>
              <a:defRPr sz="756"/>
            </a:lvl8pPr>
            <a:lvl9pPr marL="1727850" indent="0" algn="ctr">
              <a:buNone/>
              <a:defRPr sz="756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4EB5F-7F5D-5D4A-BE38-7D7003822E3A}" type="datetimeFigureOut">
              <a:rPr lang="en-US" smtClean="0"/>
              <a:t>11/8/25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EE2BC-95A5-E34A-B2C1-BB6BEA6583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0151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4EB5F-7F5D-5D4A-BE38-7D7003822E3A}" type="datetimeFigureOut">
              <a:rPr lang="en-US" smtClean="0"/>
              <a:t>11/8/25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EE2BC-95A5-E34A-B2C1-BB6BEA6583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6173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962" y="906320"/>
            <a:ext cx="4967526" cy="1512215"/>
          </a:xfrm>
        </p:spPr>
        <p:txBody>
          <a:bodyPr anchor="b"/>
          <a:lstStyle>
            <a:lvl1pPr>
              <a:defRPr sz="2834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962" y="2432841"/>
            <a:ext cx="4967526" cy="795238"/>
          </a:xfrm>
        </p:spPr>
        <p:txBody>
          <a:bodyPr/>
          <a:lstStyle>
            <a:lvl1pPr marL="0" indent="0">
              <a:buNone/>
              <a:defRPr sz="1134">
                <a:solidFill>
                  <a:schemeClr val="tx1">
                    <a:tint val="82000"/>
                  </a:schemeClr>
                </a:solidFill>
              </a:defRPr>
            </a:lvl1pPr>
            <a:lvl2pPr marL="215981" indent="0">
              <a:buNone/>
              <a:defRPr sz="945">
                <a:solidFill>
                  <a:schemeClr val="tx1">
                    <a:tint val="82000"/>
                  </a:schemeClr>
                </a:solidFill>
              </a:defRPr>
            </a:lvl2pPr>
            <a:lvl3pPr marL="431963" indent="0">
              <a:buNone/>
              <a:defRPr sz="850">
                <a:solidFill>
                  <a:schemeClr val="tx1">
                    <a:tint val="82000"/>
                  </a:schemeClr>
                </a:solidFill>
              </a:defRPr>
            </a:lvl3pPr>
            <a:lvl4pPr marL="647944" indent="0">
              <a:buNone/>
              <a:defRPr sz="756">
                <a:solidFill>
                  <a:schemeClr val="tx1">
                    <a:tint val="82000"/>
                  </a:schemeClr>
                </a:solidFill>
              </a:defRPr>
            </a:lvl4pPr>
            <a:lvl5pPr marL="863925" indent="0">
              <a:buNone/>
              <a:defRPr sz="756">
                <a:solidFill>
                  <a:schemeClr val="tx1">
                    <a:tint val="82000"/>
                  </a:schemeClr>
                </a:solidFill>
              </a:defRPr>
            </a:lvl5pPr>
            <a:lvl6pPr marL="1079906" indent="0">
              <a:buNone/>
              <a:defRPr sz="756">
                <a:solidFill>
                  <a:schemeClr val="tx1">
                    <a:tint val="82000"/>
                  </a:schemeClr>
                </a:solidFill>
              </a:defRPr>
            </a:lvl6pPr>
            <a:lvl7pPr marL="1295888" indent="0">
              <a:buNone/>
              <a:defRPr sz="756">
                <a:solidFill>
                  <a:schemeClr val="tx1">
                    <a:tint val="82000"/>
                  </a:schemeClr>
                </a:solidFill>
              </a:defRPr>
            </a:lvl7pPr>
            <a:lvl8pPr marL="1511869" indent="0">
              <a:buNone/>
              <a:defRPr sz="756">
                <a:solidFill>
                  <a:schemeClr val="tx1">
                    <a:tint val="82000"/>
                  </a:schemeClr>
                </a:solidFill>
              </a:defRPr>
            </a:lvl8pPr>
            <a:lvl9pPr marL="1727850" indent="0">
              <a:buNone/>
              <a:defRPr sz="756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4EB5F-7F5D-5D4A-BE38-7D7003822E3A}" type="datetimeFigureOut">
              <a:rPr lang="en-US" smtClean="0"/>
              <a:t>11/8/25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EE2BC-95A5-E34A-B2C1-BB6BEA6583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8246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5962" y="967750"/>
            <a:ext cx="2447766" cy="230661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15722" y="967750"/>
            <a:ext cx="2447766" cy="230661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4EB5F-7F5D-5D4A-BE38-7D7003822E3A}" type="datetimeFigureOut">
              <a:rPr lang="en-US" smtClean="0"/>
              <a:t>11/8/25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EE2BC-95A5-E34A-B2C1-BB6BEA6583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1159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712" y="193550"/>
            <a:ext cx="4967526" cy="702671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6713" y="891172"/>
            <a:ext cx="2436517" cy="436750"/>
          </a:xfrm>
        </p:spPr>
        <p:txBody>
          <a:bodyPr anchor="b"/>
          <a:lstStyle>
            <a:lvl1pPr marL="0" indent="0">
              <a:buNone/>
              <a:defRPr sz="1134" b="1"/>
            </a:lvl1pPr>
            <a:lvl2pPr marL="215981" indent="0">
              <a:buNone/>
              <a:defRPr sz="945" b="1"/>
            </a:lvl2pPr>
            <a:lvl3pPr marL="431963" indent="0">
              <a:buNone/>
              <a:defRPr sz="850" b="1"/>
            </a:lvl3pPr>
            <a:lvl4pPr marL="647944" indent="0">
              <a:buNone/>
              <a:defRPr sz="756" b="1"/>
            </a:lvl4pPr>
            <a:lvl5pPr marL="863925" indent="0">
              <a:buNone/>
              <a:defRPr sz="756" b="1"/>
            </a:lvl5pPr>
            <a:lvl6pPr marL="1079906" indent="0">
              <a:buNone/>
              <a:defRPr sz="756" b="1"/>
            </a:lvl6pPr>
            <a:lvl7pPr marL="1295888" indent="0">
              <a:buNone/>
              <a:defRPr sz="756" b="1"/>
            </a:lvl7pPr>
            <a:lvl8pPr marL="1511869" indent="0">
              <a:buNone/>
              <a:defRPr sz="756" b="1"/>
            </a:lvl8pPr>
            <a:lvl9pPr marL="1727850" indent="0">
              <a:buNone/>
              <a:defRPr sz="756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6713" y="1327922"/>
            <a:ext cx="2436517" cy="195317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5722" y="891172"/>
            <a:ext cx="2448516" cy="436750"/>
          </a:xfrm>
        </p:spPr>
        <p:txBody>
          <a:bodyPr anchor="b"/>
          <a:lstStyle>
            <a:lvl1pPr marL="0" indent="0">
              <a:buNone/>
              <a:defRPr sz="1134" b="1"/>
            </a:lvl1pPr>
            <a:lvl2pPr marL="215981" indent="0">
              <a:buNone/>
              <a:defRPr sz="945" b="1"/>
            </a:lvl2pPr>
            <a:lvl3pPr marL="431963" indent="0">
              <a:buNone/>
              <a:defRPr sz="850" b="1"/>
            </a:lvl3pPr>
            <a:lvl4pPr marL="647944" indent="0">
              <a:buNone/>
              <a:defRPr sz="756" b="1"/>
            </a:lvl4pPr>
            <a:lvl5pPr marL="863925" indent="0">
              <a:buNone/>
              <a:defRPr sz="756" b="1"/>
            </a:lvl5pPr>
            <a:lvl6pPr marL="1079906" indent="0">
              <a:buNone/>
              <a:defRPr sz="756" b="1"/>
            </a:lvl6pPr>
            <a:lvl7pPr marL="1295888" indent="0">
              <a:buNone/>
              <a:defRPr sz="756" b="1"/>
            </a:lvl7pPr>
            <a:lvl8pPr marL="1511869" indent="0">
              <a:buNone/>
              <a:defRPr sz="756" b="1"/>
            </a:lvl8pPr>
            <a:lvl9pPr marL="1727850" indent="0">
              <a:buNone/>
              <a:defRPr sz="756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915722" y="1327922"/>
            <a:ext cx="2448516" cy="195317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4EB5F-7F5D-5D4A-BE38-7D7003822E3A}" type="datetimeFigureOut">
              <a:rPr lang="en-US" smtClean="0"/>
              <a:t>11/8/25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EE2BC-95A5-E34A-B2C1-BB6BEA6583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9373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4EB5F-7F5D-5D4A-BE38-7D7003822E3A}" type="datetimeFigureOut">
              <a:rPr lang="en-US" smtClean="0"/>
              <a:t>11/8/25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EE2BC-95A5-E34A-B2C1-BB6BEA6583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2711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4EB5F-7F5D-5D4A-BE38-7D7003822E3A}" type="datetimeFigureOut">
              <a:rPr lang="en-US" smtClean="0"/>
              <a:t>11/8/25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EE2BC-95A5-E34A-B2C1-BB6BEA6583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2311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713" y="242358"/>
            <a:ext cx="1857572" cy="848254"/>
          </a:xfrm>
        </p:spPr>
        <p:txBody>
          <a:bodyPr anchor="b"/>
          <a:lstStyle>
            <a:lvl1pPr>
              <a:defRPr sz="1512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48516" y="523427"/>
            <a:ext cx="2915722" cy="2583473"/>
          </a:xfrm>
        </p:spPr>
        <p:txBody>
          <a:bodyPr/>
          <a:lstStyle>
            <a:lvl1pPr>
              <a:defRPr sz="1512"/>
            </a:lvl1pPr>
            <a:lvl2pPr>
              <a:defRPr sz="1323"/>
            </a:lvl2pPr>
            <a:lvl3pPr>
              <a:defRPr sz="1134"/>
            </a:lvl3pPr>
            <a:lvl4pPr>
              <a:defRPr sz="945"/>
            </a:lvl4pPr>
            <a:lvl5pPr>
              <a:defRPr sz="945"/>
            </a:lvl5pPr>
            <a:lvl6pPr>
              <a:defRPr sz="945"/>
            </a:lvl6pPr>
            <a:lvl7pPr>
              <a:defRPr sz="945"/>
            </a:lvl7pPr>
            <a:lvl8pPr>
              <a:defRPr sz="945"/>
            </a:lvl8pPr>
            <a:lvl9pPr>
              <a:defRPr sz="945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6713" y="1090612"/>
            <a:ext cx="1857572" cy="2020495"/>
          </a:xfrm>
        </p:spPr>
        <p:txBody>
          <a:bodyPr/>
          <a:lstStyle>
            <a:lvl1pPr marL="0" indent="0">
              <a:buNone/>
              <a:defRPr sz="756"/>
            </a:lvl1pPr>
            <a:lvl2pPr marL="215981" indent="0">
              <a:buNone/>
              <a:defRPr sz="661"/>
            </a:lvl2pPr>
            <a:lvl3pPr marL="431963" indent="0">
              <a:buNone/>
              <a:defRPr sz="567"/>
            </a:lvl3pPr>
            <a:lvl4pPr marL="647944" indent="0">
              <a:buNone/>
              <a:defRPr sz="472"/>
            </a:lvl4pPr>
            <a:lvl5pPr marL="863925" indent="0">
              <a:buNone/>
              <a:defRPr sz="472"/>
            </a:lvl5pPr>
            <a:lvl6pPr marL="1079906" indent="0">
              <a:buNone/>
              <a:defRPr sz="472"/>
            </a:lvl6pPr>
            <a:lvl7pPr marL="1295888" indent="0">
              <a:buNone/>
              <a:defRPr sz="472"/>
            </a:lvl7pPr>
            <a:lvl8pPr marL="1511869" indent="0">
              <a:buNone/>
              <a:defRPr sz="472"/>
            </a:lvl8pPr>
            <a:lvl9pPr marL="1727850" indent="0">
              <a:buNone/>
              <a:defRPr sz="472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4EB5F-7F5D-5D4A-BE38-7D7003822E3A}" type="datetimeFigureOut">
              <a:rPr lang="en-US" smtClean="0"/>
              <a:t>11/8/25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EE2BC-95A5-E34A-B2C1-BB6BEA6583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794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713" y="242358"/>
            <a:ext cx="1857572" cy="848254"/>
          </a:xfrm>
        </p:spPr>
        <p:txBody>
          <a:bodyPr anchor="b"/>
          <a:lstStyle>
            <a:lvl1pPr>
              <a:defRPr sz="1512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448516" y="523427"/>
            <a:ext cx="2915722" cy="2583473"/>
          </a:xfrm>
        </p:spPr>
        <p:txBody>
          <a:bodyPr anchor="t"/>
          <a:lstStyle>
            <a:lvl1pPr marL="0" indent="0">
              <a:buNone/>
              <a:defRPr sz="1512"/>
            </a:lvl1pPr>
            <a:lvl2pPr marL="215981" indent="0">
              <a:buNone/>
              <a:defRPr sz="1323"/>
            </a:lvl2pPr>
            <a:lvl3pPr marL="431963" indent="0">
              <a:buNone/>
              <a:defRPr sz="1134"/>
            </a:lvl3pPr>
            <a:lvl4pPr marL="647944" indent="0">
              <a:buNone/>
              <a:defRPr sz="945"/>
            </a:lvl4pPr>
            <a:lvl5pPr marL="863925" indent="0">
              <a:buNone/>
              <a:defRPr sz="945"/>
            </a:lvl5pPr>
            <a:lvl6pPr marL="1079906" indent="0">
              <a:buNone/>
              <a:defRPr sz="945"/>
            </a:lvl6pPr>
            <a:lvl7pPr marL="1295888" indent="0">
              <a:buNone/>
              <a:defRPr sz="945"/>
            </a:lvl7pPr>
            <a:lvl8pPr marL="1511869" indent="0">
              <a:buNone/>
              <a:defRPr sz="945"/>
            </a:lvl8pPr>
            <a:lvl9pPr marL="1727850" indent="0">
              <a:buNone/>
              <a:defRPr sz="945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6713" y="1090612"/>
            <a:ext cx="1857572" cy="2020495"/>
          </a:xfrm>
        </p:spPr>
        <p:txBody>
          <a:bodyPr/>
          <a:lstStyle>
            <a:lvl1pPr marL="0" indent="0">
              <a:buNone/>
              <a:defRPr sz="756"/>
            </a:lvl1pPr>
            <a:lvl2pPr marL="215981" indent="0">
              <a:buNone/>
              <a:defRPr sz="661"/>
            </a:lvl2pPr>
            <a:lvl3pPr marL="431963" indent="0">
              <a:buNone/>
              <a:defRPr sz="567"/>
            </a:lvl3pPr>
            <a:lvl4pPr marL="647944" indent="0">
              <a:buNone/>
              <a:defRPr sz="472"/>
            </a:lvl4pPr>
            <a:lvl5pPr marL="863925" indent="0">
              <a:buNone/>
              <a:defRPr sz="472"/>
            </a:lvl5pPr>
            <a:lvl6pPr marL="1079906" indent="0">
              <a:buNone/>
              <a:defRPr sz="472"/>
            </a:lvl6pPr>
            <a:lvl7pPr marL="1295888" indent="0">
              <a:buNone/>
              <a:defRPr sz="472"/>
            </a:lvl7pPr>
            <a:lvl8pPr marL="1511869" indent="0">
              <a:buNone/>
              <a:defRPr sz="472"/>
            </a:lvl8pPr>
            <a:lvl9pPr marL="1727850" indent="0">
              <a:buNone/>
              <a:defRPr sz="472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4EB5F-7F5D-5D4A-BE38-7D7003822E3A}" type="datetimeFigureOut">
              <a:rPr lang="en-US" smtClean="0"/>
              <a:t>11/8/25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EE2BC-95A5-E34A-B2C1-BB6BEA6583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3826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4EB5F-7F5D-5D4A-BE38-7D7003822E3A}" type="datetimeFigureOut">
              <a:rPr lang="en-US" smtClean="0"/>
              <a:t>11/8/25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EE2BC-95A5-E34A-B2C1-BB6BEA6583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072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121607" y="193550"/>
            <a:ext cx="1241881" cy="3080812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95962" y="193550"/>
            <a:ext cx="3653651" cy="3080812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4EB5F-7F5D-5D4A-BE38-7D7003822E3A}" type="datetimeFigureOut">
              <a:rPr lang="en-US" smtClean="0"/>
              <a:t>11/8/25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EE2BC-95A5-E34A-B2C1-BB6BEA6583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3721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5962" y="193550"/>
            <a:ext cx="4967526" cy="7026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5962" y="967750"/>
            <a:ext cx="4967526" cy="23066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95962" y="3369454"/>
            <a:ext cx="1295876" cy="1935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6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84EB5F-7F5D-5D4A-BE38-7D7003822E3A}" type="datetimeFigureOut">
              <a:rPr lang="en-US" smtClean="0"/>
              <a:t>11/8/25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07818" y="3369454"/>
            <a:ext cx="1943814" cy="1935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6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067612" y="3369454"/>
            <a:ext cx="1295876" cy="1935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6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4EE2BC-95A5-E34A-B2C1-BB6BEA6583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566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431963" rtl="0" eaLnBrk="1" latinLnBrk="0" hangingPunct="1">
        <a:lnSpc>
          <a:spcPct val="90000"/>
        </a:lnSpc>
        <a:spcBef>
          <a:spcPct val="0"/>
        </a:spcBef>
        <a:buNone/>
        <a:defRPr sz="207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7991" indent="-107991" algn="l" defTabSz="431963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323" kern="1200">
          <a:solidFill>
            <a:schemeClr val="tx1"/>
          </a:solidFill>
          <a:latin typeface="+mn-lt"/>
          <a:ea typeface="+mn-ea"/>
          <a:cs typeface="+mn-cs"/>
        </a:defRPr>
      </a:lvl1pPr>
      <a:lvl2pPr marL="323972" indent="-107991" algn="l" defTabSz="431963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2pPr>
      <a:lvl3pPr marL="539953" indent="-107991" algn="l" defTabSz="431963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3pPr>
      <a:lvl4pPr marL="755934" indent="-107991" algn="l" defTabSz="431963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850" kern="1200">
          <a:solidFill>
            <a:schemeClr val="tx1"/>
          </a:solidFill>
          <a:latin typeface="+mn-lt"/>
          <a:ea typeface="+mn-ea"/>
          <a:cs typeface="+mn-cs"/>
        </a:defRPr>
      </a:lvl4pPr>
      <a:lvl5pPr marL="971916" indent="-107991" algn="l" defTabSz="431963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850" kern="1200">
          <a:solidFill>
            <a:schemeClr val="tx1"/>
          </a:solidFill>
          <a:latin typeface="+mn-lt"/>
          <a:ea typeface="+mn-ea"/>
          <a:cs typeface="+mn-cs"/>
        </a:defRPr>
      </a:lvl5pPr>
      <a:lvl6pPr marL="1187897" indent="-107991" algn="l" defTabSz="431963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850" kern="1200">
          <a:solidFill>
            <a:schemeClr val="tx1"/>
          </a:solidFill>
          <a:latin typeface="+mn-lt"/>
          <a:ea typeface="+mn-ea"/>
          <a:cs typeface="+mn-cs"/>
        </a:defRPr>
      </a:lvl6pPr>
      <a:lvl7pPr marL="1403878" indent="-107991" algn="l" defTabSz="431963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850" kern="1200">
          <a:solidFill>
            <a:schemeClr val="tx1"/>
          </a:solidFill>
          <a:latin typeface="+mn-lt"/>
          <a:ea typeface="+mn-ea"/>
          <a:cs typeface="+mn-cs"/>
        </a:defRPr>
      </a:lvl7pPr>
      <a:lvl8pPr marL="1619860" indent="-107991" algn="l" defTabSz="431963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850" kern="1200">
          <a:solidFill>
            <a:schemeClr val="tx1"/>
          </a:solidFill>
          <a:latin typeface="+mn-lt"/>
          <a:ea typeface="+mn-ea"/>
          <a:cs typeface="+mn-cs"/>
        </a:defRPr>
      </a:lvl8pPr>
      <a:lvl9pPr marL="1835841" indent="-107991" algn="l" defTabSz="431963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8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1963" rtl="0" eaLnBrk="1" latinLnBrk="0" hangingPunct="1">
        <a:defRPr sz="850" kern="1200">
          <a:solidFill>
            <a:schemeClr val="tx1"/>
          </a:solidFill>
          <a:latin typeface="+mn-lt"/>
          <a:ea typeface="+mn-ea"/>
          <a:cs typeface="+mn-cs"/>
        </a:defRPr>
      </a:lvl1pPr>
      <a:lvl2pPr marL="215981" algn="l" defTabSz="431963" rtl="0" eaLnBrk="1" latinLnBrk="0" hangingPunct="1">
        <a:defRPr sz="850" kern="1200">
          <a:solidFill>
            <a:schemeClr val="tx1"/>
          </a:solidFill>
          <a:latin typeface="+mn-lt"/>
          <a:ea typeface="+mn-ea"/>
          <a:cs typeface="+mn-cs"/>
        </a:defRPr>
      </a:lvl2pPr>
      <a:lvl3pPr marL="431963" algn="l" defTabSz="431963" rtl="0" eaLnBrk="1" latinLnBrk="0" hangingPunct="1">
        <a:defRPr sz="850" kern="1200">
          <a:solidFill>
            <a:schemeClr val="tx1"/>
          </a:solidFill>
          <a:latin typeface="+mn-lt"/>
          <a:ea typeface="+mn-ea"/>
          <a:cs typeface="+mn-cs"/>
        </a:defRPr>
      </a:lvl3pPr>
      <a:lvl4pPr marL="647944" algn="l" defTabSz="431963" rtl="0" eaLnBrk="1" latinLnBrk="0" hangingPunct="1">
        <a:defRPr sz="850" kern="1200">
          <a:solidFill>
            <a:schemeClr val="tx1"/>
          </a:solidFill>
          <a:latin typeface="+mn-lt"/>
          <a:ea typeface="+mn-ea"/>
          <a:cs typeface="+mn-cs"/>
        </a:defRPr>
      </a:lvl4pPr>
      <a:lvl5pPr marL="863925" algn="l" defTabSz="431963" rtl="0" eaLnBrk="1" latinLnBrk="0" hangingPunct="1">
        <a:defRPr sz="850" kern="1200">
          <a:solidFill>
            <a:schemeClr val="tx1"/>
          </a:solidFill>
          <a:latin typeface="+mn-lt"/>
          <a:ea typeface="+mn-ea"/>
          <a:cs typeface="+mn-cs"/>
        </a:defRPr>
      </a:lvl5pPr>
      <a:lvl6pPr marL="1079906" algn="l" defTabSz="431963" rtl="0" eaLnBrk="1" latinLnBrk="0" hangingPunct="1">
        <a:defRPr sz="850" kern="1200">
          <a:solidFill>
            <a:schemeClr val="tx1"/>
          </a:solidFill>
          <a:latin typeface="+mn-lt"/>
          <a:ea typeface="+mn-ea"/>
          <a:cs typeface="+mn-cs"/>
        </a:defRPr>
      </a:lvl6pPr>
      <a:lvl7pPr marL="1295888" algn="l" defTabSz="431963" rtl="0" eaLnBrk="1" latinLnBrk="0" hangingPunct="1">
        <a:defRPr sz="850" kern="1200">
          <a:solidFill>
            <a:schemeClr val="tx1"/>
          </a:solidFill>
          <a:latin typeface="+mn-lt"/>
          <a:ea typeface="+mn-ea"/>
          <a:cs typeface="+mn-cs"/>
        </a:defRPr>
      </a:lvl7pPr>
      <a:lvl8pPr marL="1511869" algn="l" defTabSz="431963" rtl="0" eaLnBrk="1" latinLnBrk="0" hangingPunct="1">
        <a:defRPr sz="850" kern="1200">
          <a:solidFill>
            <a:schemeClr val="tx1"/>
          </a:solidFill>
          <a:latin typeface="+mn-lt"/>
          <a:ea typeface="+mn-ea"/>
          <a:cs typeface="+mn-cs"/>
        </a:defRPr>
      </a:lvl8pPr>
      <a:lvl9pPr marL="1727850" algn="l" defTabSz="431963" rtl="0" eaLnBrk="1" latinLnBrk="0" hangingPunct="1">
        <a:defRPr sz="8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097AC5B-DD6D-9D0C-77A2-CA99A1C0F18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743" t="8931" r="18291" b="56837"/>
          <a:stretch>
            <a:fillRect/>
          </a:stretch>
        </p:blipFill>
        <p:spPr>
          <a:xfrm>
            <a:off x="32021" y="960479"/>
            <a:ext cx="5695408" cy="1714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557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2450D2-F946-9084-1567-4BD1E86D4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oup of blue and yellow circles&#10;&#10;AI-generated content may be incorrect.">
            <a:extLst>
              <a:ext uri="{FF2B5EF4-FFF2-40B4-BE49-F238E27FC236}">
                <a16:creationId xmlns:a16="http://schemas.microsoft.com/office/drawing/2014/main" id="{4707BEF1-8CB4-8967-364F-1033A14C71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1300"/>
          <a:stretch>
            <a:fillRect/>
          </a:stretch>
        </p:blipFill>
        <p:spPr>
          <a:xfrm>
            <a:off x="1043788" y="1214737"/>
            <a:ext cx="3671873" cy="1563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37338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474B53-9F95-2845-05C7-B27953813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amera on the beach&#10;&#10;AI-generated content may be incorrect.">
            <a:extLst>
              <a:ext uri="{FF2B5EF4-FFF2-40B4-BE49-F238E27FC236}">
                <a16:creationId xmlns:a16="http://schemas.microsoft.com/office/drawing/2014/main" id="{8C7F6B73-4EC8-E5A1-8505-DB7B89F3964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158" r="3800" b="1741"/>
          <a:stretch>
            <a:fillRect/>
          </a:stretch>
        </p:blipFill>
        <p:spPr>
          <a:xfrm>
            <a:off x="6" y="0"/>
            <a:ext cx="5759450" cy="3643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65120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184</TotalTime>
  <Words>1</Words>
  <Application>Microsoft Macintosh PowerPoint</Application>
  <PresentationFormat>Custom</PresentationFormat>
  <Paragraphs>1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ILI Ko</dc:creator>
  <cp:lastModifiedBy>ILI Ko</cp:lastModifiedBy>
  <cp:revision>1</cp:revision>
  <dcterms:created xsi:type="dcterms:W3CDTF">2025-11-08T04:43:01Z</dcterms:created>
  <dcterms:modified xsi:type="dcterms:W3CDTF">2025-11-08T07:47:15Z</dcterms:modified>
</cp:coreProperties>
</file>